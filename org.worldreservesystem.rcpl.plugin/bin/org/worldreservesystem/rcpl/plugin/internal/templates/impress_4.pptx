
<file path=[Content_Types].xml><?xml version="1.0" encoding="utf-8"?>
<Types xmlns="http://schemas.openxmlformats.org/package/2006/content-types">
  <Default Extension="bin" ContentType="application/vnd.openxmlformats-officedocument.oleObject"/>
  <Default Extension="dat" ContentType="application/vnd.openxmlformats-officedocument.customXmlProperties+xml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
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thumbnail" Target="docProps/thumbnail.jpeg"/>
  <Relationship Id="rId3" Type="http://schemas.openxmlformats.org/package/2006/relationships/metadata/core-properties" Target="docProps/core.xml"/>
  <Relationship Id="rId4" Type="http://schemas.openxmlformats.org/officeDocument/2006/relationships/extended-properties" Target="docProps/app.xml"/>
  <Relationship Id="rId5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0080625" cy="7559675"/>
  <p:notesSz cx="7559675" cy="10691813"/>
  <p:defaultTextStyle>
    <a:defPPr>
      <a:defRPr lang="en-GB"/>
    </a:defPPr>
    <a:lvl1pPr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742950" indent="-28575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11430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6002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2057400" indent="-228600" algn="l" defTabSz="449263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414" y="-9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?>

<Relationships xmlns="http://schemas.openxmlformats.org/package/2006/relationships">
  <Relationship Id="rId1" Type="http://schemas.openxmlformats.org/officeDocument/2006/relationships/slideMaster" Target="slideMasters/slideMaster1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notesMaster" Target="notesMasters/notesMaster1.xml"/>
  <Relationship Id="rId13" Type="http://schemas.openxmlformats.org/officeDocument/2006/relationships/presProps" Target="presProps.xml"/>
  <Relationship Id="rId14" Type="http://schemas.openxmlformats.org/officeDocument/2006/relationships/viewProps" Target="viewProps.xml"/>
  <Relationship Id="rId15" Type="http://schemas.openxmlformats.org/officeDocument/2006/relationships/theme" Target="theme/theme1.xml"/>
  <Relationship Id="rId16" Type="http://schemas.openxmlformats.org/officeDocument/2006/relationships/tableStyles" Target="tableStyle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
</file>

<file path=ppt/drawings/_rels/vmlDrawing1.vml.rels><?xml version="1.0" encoding="UTF-8"?>

<Relationships xmlns="http://schemas.openxmlformats.org/package/2006/relationships">
  <Relationship Id="rId1" Type="http://schemas.openxmlformats.org/officeDocument/2006/relationships/image" Target="../media/image3.emf"/>
</Relationships>

</file>

<file path=ppt/notesMasters/_rels/notesMaster1.xml.rels><?xml version="1.0" encoding="UTF-8"?>
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fld id="{4203C31A-79FE-49EE-A351-2A873D040EC4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_rels/notesSlide9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
</file>

<file path=ppt/notesSlides/_rels/notesSlide10.xml.rels><?xml version="1.0" encoding="UTF-8"?>
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8FD1FC3-B26D-4DF2-B3B6-A781E6945FF4}" type="slidenum">
              <a:rPr lang="en-US"/>
              <a:pPr/>
              <a:t>1</a:t>
            </a:fld>
            <a:endParaRPr lang="en-US"/>
          </a:p>
        </p:txBody>
      </p:sp>
      <p:sp>
        <p:nvSpPr>
          <p:cNvPr id="1433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551DE21-21F0-4318-AE7F-3A520AA44387}" type="slidenum">
              <a:rPr lang="en-US"/>
              <a:pPr/>
              <a:t>2</a:t>
            </a:fld>
            <a:endParaRPr lang="en-US"/>
          </a:p>
        </p:txBody>
      </p:sp>
      <p:sp>
        <p:nvSpPr>
          <p:cNvPr id="1638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DBEBBA5-729F-4DBE-9070-90A67AEE4749}" type="slidenum">
              <a:rPr lang="en-US"/>
              <a:pPr/>
              <a:t>3</a:t>
            </a:fld>
            <a:endParaRPr lang="en-US"/>
          </a:p>
        </p:txBody>
      </p:sp>
      <p:sp>
        <p:nvSpPr>
          <p:cNvPr id="1740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F3F2E2C-7B42-4467-9922-E1E5B5A31F7C}" type="slidenum">
              <a:rPr lang="en-US"/>
              <a:pPr/>
              <a:t>4</a:t>
            </a:fld>
            <a:endParaRPr lang="en-US"/>
          </a:p>
        </p:txBody>
      </p:sp>
      <p:sp>
        <p:nvSpPr>
          <p:cNvPr id="1843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BD03B183-DAF1-4DAE-B26E-93543AED6F7B}" type="slidenum">
              <a:rPr lang="en-US"/>
              <a:pPr/>
              <a:t>5</a:t>
            </a:fld>
            <a:endParaRPr lang="en-US"/>
          </a:p>
        </p:txBody>
      </p:sp>
      <p:sp>
        <p:nvSpPr>
          <p:cNvPr id="1945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C7109D7-228C-43EF-94B4-40EC7DC75ADC}" type="slidenum">
              <a:rPr lang="en-US"/>
              <a:pPr/>
              <a:t>6</a:t>
            </a:fld>
            <a:endParaRPr lang="en-US"/>
          </a:p>
        </p:txBody>
      </p:sp>
      <p:sp>
        <p:nvSpPr>
          <p:cNvPr id="2048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25FDB1B-0AFE-486E-BE20-2172985C7FC4}" type="slidenum">
              <a:rPr lang="en-US"/>
              <a:pPr/>
              <a:t>7</a:t>
            </a:fld>
            <a:endParaRPr lang="en-US"/>
          </a:p>
        </p:txBody>
      </p:sp>
      <p:sp>
        <p:nvSpPr>
          <p:cNvPr id="2150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9352613-13BF-454E-B4A7-7CBF1E6832ED}" type="slidenum">
              <a:rPr lang="en-US"/>
              <a:pPr/>
              <a:t>8</a:t>
            </a:fld>
            <a:endParaRPr lang="en-US"/>
          </a:p>
        </p:txBody>
      </p:sp>
      <p:sp>
        <p:nvSpPr>
          <p:cNvPr id="2252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FC0291F-406B-41F5-BBC2-FC2066D0F1EF}" type="slidenum">
              <a:rPr lang="en-US"/>
              <a:pPr/>
              <a:t>9</a:t>
            </a:fld>
            <a:endParaRPr lang="en-US"/>
          </a:p>
        </p:txBody>
      </p:sp>
      <p:sp>
        <p:nvSpPr>
          <p:cNvPr id="2355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39821921-F9D4-46ED-B730-DA5D80C8F111}" type="slidenum">
              <a:rPr lang="en-US"/>
              <a:pPr/>
              <a:t>10</a:t>
            </a:fld>
            <a:endParaRPr lang="en-US"/>
          </a:p>
        </p:txBody>
      </p:sp>
      <p:sp>
        <p:nvSpPr>
          <p:cNvPr id="2457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106488" y="812800"/>
            <a:ext cx="5345112" cy="40084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5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6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7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8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9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0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11.xml.rels><?xml version="1.0" encoding="UTF-8"?>
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FB3A3F3-88BF-43A1-907A-E988100956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226C683A-A5EF-4F56-9D78-D7BA1141C9C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087F7D-614E-41B8-8511-9C194809EF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7700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338" y="1768475"/>
            <a:ext cx="4459287" cy="4987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25F167C-41B4-4692-9144-95AE1BEB54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3AAD9C94-533C-40F2-8BEE-68E9E91D364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46553688-B923-4A6C-B15C-1992AB7D40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B5806CEC-5D82-4D27-861B-63C037FDD5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CC6C770B-FEB3-46D1-90D8-A04C9E2BCD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64A5D96-8260-40B9-8B1C-25EBA323F8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0F522F9C-2EBF-4035-891C-ECBEEF708A8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5675" y="301625"/>
            <a:ext cx="2266950" cy="64547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0037" cy="64547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defRPr/>
            </a:lvl1pPr>
          </a:lstStyle>
          <a:p>
            <a:fld id="{FD1047B9-8CC6-4B0D-8009-DDFEE7FF19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  <Relationship Id="rId13" Type="http://schemas.openxmlformats.org/officeDocument/2006/relationships/image" Target="../media/image1.jpeg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03238" y="301625"/>
            <a:ext cx="9069387" cy="1260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title text format</a:t>
            </a: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68475"/>
            <a:ext cx="9069387" cy="4987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2822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the outline text format</a:t>
            </a:r>
          </a:p>
          <a:p>
            <a:pPr lvl="1"/>
            <a:r>
              <a:rPr lang="en-GB" smtClean="0"/>
              <a:t>Second Outline Level</a:t>
            </a:r>
          </a:p>
          <a:p>
            <a:pPr lvl="2"/>
            <a:r>
              <a:rPr lang="en-GB" smtClean="0"/>
              <a:t>Third Outline Level</a:t>
            </a:r>
          </a:p>
          <a:p>
            <a:pPr lvl="3"/>
            <a:r>
              <a:rPr lang="en-GB" smtClean="0"/>
              <a:t>Fourth Outline Level</a:t>
            </a:r>
          </a:p>
          <a:p>
            <a:pPr lvl="4"/>
            <a:r>
              <a:rPr lang="en-GB" smtClean="0"/>
              <a:t>Fifth Outline Level</a:t>
            </a:r>
          </a:p>
          <a:p>
            <a:pPr lvl="4"/>
            <a:r>
              <a:rPr lang="en-GB" smtClean="0"/>
              <a:t>Sixth Outline Level</a:t>
            </a:r>
          </a:p>
          <a:p>
            <a:pPr lvl="4"/>
            <a:r>
              <a:rPr lang="en-GB" smtClean="0"/>
              <a:t>Seventh Outline Level</a:t>
            </a:r>
          </a:p>
          <a:p>
            <a:pPr lvl="4"/>
            <a:r>
              <a:rPr lang="en-GB" smtClean="0"/>
              <a:t>Eighth Outline Level</a:t>
            </a:r>
          </a:p>
          <a:p>
            <a:pPr lvl="4"/>
            <a:r>
              <a:rPr lang="en-GB" smtClean="0"/>
              <a:t>Ninth Outline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50323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5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rgbClr val="000000"/>
                </a:solidFill>
                <a:latin typeface="Times New Roman" pitchFamily="16" charset="0"/>
              </a:defRPr>
            </a:lvl1pPr>
          </a:lstStyle>
          <a:p>
            <a:fld id="{242CA31B-8E4B-4CF5-99DD-A4CA5CA9A86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marL="742950" indent="-28575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2pPr>
      <a:lvl3pPr marL="1143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3pPr>
      <a:lvl4pPr marL="1600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4pPr>
      <a:lvl5pPr marL="20574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5pPr>
      <a:lvl6pPr marL="25146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6pPr>
      <a:lvl7pPr marL="29718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7pPr>
      <a:lvl8pPr marL="34290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8pPr>
      <a:lvl9pPr marL="3886200" indent="-228600" algn="ctr" defTabSz="449263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Arial" charset="0"/>
          <a:ea typeface="宋体" charset="-122"/>
        </a:defRPr>
      </a:lvl9pPr>
    </p:titleStyle>
    <p:bodyStyle>
      <a:lvl1pPr marL="342900" indent="-342900" algn="l" defTabSz="449263" rtl="0" fontAlgn="base" hangingPunct="0">
        <a:lnSpc>
          <a:spcPct val="93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fontAlgn="base" hangingPunct="0">
        <a:lnSpc>
          <a:spcPct val="93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itchFamily="16" charset="0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fontAlgn="base" hangingPunct="0">
        <a:lnSpc>
          <a:spcPct val="93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fontAlgn="base" hangingPunct="0">
        <a:lnSpc>
          <a:spcPct val="93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 hangingPunct="0">
        <a:lnSpc>
          <a:spcPct val="93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2.jpeg"/>
</Relationships>

</file>

<file path=ppt/slides/_rels/slide2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2.xml"/>
</Relationships>

</file>

<file path=ppt/slides/_rels/slide3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3.xml"/>
</Relationships>

</file>

<file path=ppt/slides/_rels/slide4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4.xml"/>
</Relationships>

</file>

<file path=ppt/slides/_rels/slide5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5.xml"/>
</Relationships>

</file>

<file path=ppt/slides/_rels/slide6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6.xml"/>
</Relationships>

</file>

<file path=ppt/slides/_rels/slide7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7.xml"/>
</Relationships>

</file>

<file path=ppt/slides/_rels/slide8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8.xml"/>
</Relationships>

</file>

<file path=ppt/slides/_rels/slide9.xml.rels><?xml version="1.0" encoding="UTF-8"?>

<Relationships xmlns="http://schemas.openxmlformats.org/package/2006/relationships">
  <Relationship Id="rId1" Type="http://schemas.openxmlformats.org/officeDocument/2006/relationships/vmlDrawing" Target="../drawings/vmlDrawing1.vml"/>
  <Relationship Id="rId2" Type="http://schemas.openxmlformats.org/officeDocument/2006/relationships/slideLayout" Target="../slideLayouts/slideLayout7.xml"/>
  <Relationship Id="rId3" Type="http://schemas.openxmlformats.org/officeDocument/2006/relationships/notesSlide" Target="../notesSlides/notesSlide9.xml"/>
  <Relationship Id="rId4" Type="http://schemas.openxmlformats.org/officeDocument/2006/relationships/oleObject" Target="../embeddings/oleObject1.bin"/>
</Relationships>

</file>

<file path=ppt/slides/_rels/slide10.xml.rels><?xml version="1.0" encoding="UTF-8"?>
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notesSlide" Target="../notesSlides/notesSlide10.xml"/>
  <Relationship Id="rId3" Type="http://schemas.openxmlformats.org/officeDocument/2006/relationships/image" Target="../media/image2.jpe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916238" y="5956300"/>
            <a:ext cx="7164387" cy="11715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35280" rIns="0" bIns="0" anchor="ctr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</a:pPr>
            <a:r>
              <a:rPr lang="en-US" sz="4000" b="1">
                <a:solidFill>
                  <a:srgbClr val="FFFFFF"/>
                </a:solidFill>
              </a:rPr>
              <a:t>Insert Presentation Title Here</a:t>
            </a:r>
            <a:r>
              <a:rPr lang="en-US" sz="4400" b="1">
                <a:solidFill>
                  <a:srgbClr val="000000"/>
                </a:solidFill>
              </a:rPr>
              <a:t/>
            </a:r>
            <a:br>
              <a:rPr lang="en-US" sz="4400" b="1">
                <a:solidFill>
                  <a:srgbClr val="000000"/>
                </a:solidFill>
              </a:rPr>
            </a:br>
            <a:r>
              <a:rPr lang="en-US" sz="2400">
                <a:solidFill>
                  <a:srgbClr val="00B8FF"/>
                </a:solidFill>
              </a:rPr>
              <a:t>Insert Presentation Summary Here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2835275" y="2157413"/>
            <a:ext cx="2844800" cy="1289050"/>
          </a:xfrm>
          <a:prstGeom prst="roundRect">
            <a:avLst>
              <a:gd name="adj" fmla="val 11741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A</a:t>
            </a:r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5954713" y="2141538"/>
            <a:ext cx="2844800" cy="1289050"/>
          </a:xfrm>
          <a:prstGeom prst="roundRect">
            <a:avLst>
              <a:gd name="adj" fmla="val 11741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B</a:t>
            </a:r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2825750" y="3722688"/>
            <a:ext cx="2860675" cy="1323975"/>
          </a:xfrm>
          <a:prstGeom prst="roundRect">
            <a:avLst>
              <a:gd name="adj" fmla="val 11741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C</a:t>
            </a:r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5957888" y="3722688"/>
            <a:ext cx="2860675" cy="1323975"/>
          </a:xfrm>
          <a:prstGeom prst="roundRect">
            <a:avLst>
              <a:gd name="adj" fmla="val 11741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D</a:t>
            </a:r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4457700" y="5380038"/>
            <a:ext cx="2822575" cy="1223962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E</a:t>
            </a: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1"/>
          <p:cNvSpPr>
            <a:spLocks noChangeArrowheads="1"/>
          </p:cNvSpPr>
          <p:nvPr/>
        </p:nvSpPr>
        <p:spPr bwMode="auto">
          <a:xfrm>
            <a:off x="1905000" y="2074863"/>
            <a:ext cx="5605463" cy="4560887"/>
          </a:xfrm>
          <a:prstGeom prst="triangle">
            <a:avLst>
              <a:gd name="adj" fmla="val 50000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146" name="AutoShape 2"/>
          <p:cNvSpPr>
            <a:spLocks noChangeArrowheads="1"/>
          </p:cNvSpPr>
          <p:nvPr/>
        </p:nvSpPr>
        <p:spPr bwMode="auto">
          <a:xfrm>
            <a:off x="4637088" y="2374900"/>
            <a:ext cx="4913312" cy="1100138"/>
          </a:xfrm>
          <a:prstGeom prst="roundRect">
            <a:avLst>
              <a:gd name="adj" fmla="val 11741"/>
            </a:avLst>
          </a:prstGeom>
          <a:solidFill>
            <a:srgbClr val="4890C2">
              <a:alpha val="79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200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6147" name="AutoShape 3"/>
          <p:cNvSpPr>
            <a:spLocks noChangeArrowheads="1"/>
          </p:cNvSpPr>
          <p:nvPr/>
        </p:nvSpPr>
        <p:spPr bwMode="auto">
          <a:xfrm>
            <a:off x="4637088" y="3743325"/>
            <a:ext cx="4913312" cy="1100138"/>
          </a:xfrm>
          <a:prstGeom prst="roundRect">
            <a:avLst>
              <a:gd name="adj" fmla="val 11741"/>
            </a:avLst>
          </a:prstGeom>
          <a:solidFill>
            <a:srgbClr val="4890C2">
              <a:alpha val="79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200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6148" name="AutoShape 4"/>
          <p:cNvSpPr>
            <a:spLocks noChangeArrowheads="1"/>
          </p:cNvSpPr>
          <p:nvPr/>
        </p:nvSpPr>
        <p:spPr bwMode="auto">
          <a:xfrm>
            <a:off x="4637088" y="5111750"/>
            <a:ext cx="4913312" cy="1100138"/>
          </a:xfrm>
          <a:prstGeom prst="roundRect">
            <a:avLst>
              <a:gd name="adj" fmla="val 11741"/>
            </a:avLst>
          </a:prstGeom>
          <a:solidFill>
            <a:srgbClr val="4890C2">
              <a:alpha val="79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200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1"/>
          <p:cNvSpPr>
            <a:spLocks noChangeArrowheads="1"/>
          </p:cNvSpPr>
          <p:nvPr/>
        </p:nvSpPr>
        <p:spPr bwMode="auto">
          <a:xfrm>
            <a:off x="2371725" y="2441575"/>
            <a:ext cx="1962150" cy="1031875"/>
          </a:xfrm>
          <a:prstGeom prst="homePlate">
            <a:avLst>
              <a:gd name="adj" fmla="val 47538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170" name="AutoShape 2"/>
          <p:cNvSpPr>
            <a:spLocks noChangeArrowheads="1"/>
          </p:cNvSpPr>
          <p:nvPr/>
        </p:nvSpPr>
        <p:spPr bwMode="auto">
          <a:xfrm>
            <a:off x="5649913" y="2449513"/>
            <a:ext cx="1925637" cy="1044575"/>
          </a:xfrm>
          <a:prstGeom prst="chevron">
            <a:avLst>
              <a:gd name="adj" fmla="val 46087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7171" name="AutoShape 3"/>
          <p:cNvSpPr>
            <a:spLocks noChangeArrowheads="1"/>
          </p:cNvSpPr>
          <p:nvPr/>
        </p:nvSpPr>
        <p:spPr bwMode="auto">
          <a:xfrm>
            <a:off x="7269163" y="2441575"/>
            <a:ext cx="1922462" cy="1020763"/>
          </a:xfrm>
          <a:prstGeom prst="chevron">
            <a:avLst>
              <a:gd name="adj" fmla="val 47084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 b="1">
                <a:solidFill>
                  <a:srgbClr val="FFFFFF"/>
                </a:solidFill>
              </a:rPr>
              <a:t>Goal!</a:t>
            </a:r>
          </a:p>
        </p:txBody>
      </p:sp>
      <p:sp>
        <p:nvSpPr>
          <p:cNvPr id="7172" name="AutoShape 4"/>
          <p:cNvSpPr>
            <a:spLocks noChangeArrowheads="1"/>
          </p:cNvSpPr>
          <p:nvPr/>
        </p:nvSpPr>
        <p:spPr bwMode="auto">
          <a:xfrm>
            <a:off x="2371725" y="3630613"/>
            <a:ext cx="1471613" cy="2465387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7173" name="AutoShape 5"/>
          <p:cNvSpPr>
            <a:spLocks noChangeArrowheads="1"/>
          </p:cNvSpPr>
          <p:nvPr/>
        </p:nvSpPr>
        <p:spPr bwMode="auto">
          <a:xfrm>
            <a:off x="4029075" y="2449513"/>
            <a:ext cx="1925638" cy="1044575"/>
          </a:xfrm>
          <a:prstGeom prst="chevron">
            <a:avLst>
              <a:gd name="adj" fmla="val 46087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wrap="none"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7174" name="AutoShape 6"/>
          <p:cNvSpPr>
            <a:spLocks noChangeArrowheads="1"/>
          </p:cNvSpPr>
          <p:nvPr/>
        </p:nvSpPr>
        <p:spPr bwMode="auto">
          <a:xfrm>
            <a:off x="4029075" y="3630613"/>
            <a:ext cx="1471613" cy="2465387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7175" name="AutoShape 7"/>
          <p:cNvSpPr>
            <a:spLocks noChangeArrowheads="1"/>
          </p:cNvSpPr>
          <p:nvPr/>
        </p:nvSpPr>
        <p:spPr bwMode="auto">
          <a:xfrm>
            <a:off x="5649913" y="3630613"/>
            <a:ext cx="1471612" cy="2465387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7176" name="AutoShape 8"/>
          <p:cNvSpPr>
            <a:spLocks noChangeArrowheads="1"/>
          </p:cNvSpPr>
          <p:nvPr/>
        </p:nvSpPr>
        <p:spPr bwMode="auto">
          <a:xfrm>
            <a:off x="7269163" y="3630613"/>
            <a:ext cx="1471612" cy="2465387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  <a:tab pos="1447800" algn="l"/>
              </a:tabLst>
            </a:pPr>
            <a:r>
              <a:rPr lang="en-US">
                <a:solidFill>
                  <a:srgbClr val="FFFFFF"/>
                </a:solidFill>
              </a:rPr>
              <a:t>Please insert your own text</a:t>
            </a:r>
          </a:p>
        </p:txBody>
      </p:sp>
      <p:sp>
        <p:nvSpPr>
          <p:cNvPr id="7177" name="Text Box 9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1"/>
          <p:cNvSpPr>
            <a:spLocks noChangeArrowheads="1"/>
          </p:cNvSpPr>
          <p:nvPr/>
        </p:nvSpPr>
        <p:spPr bwMode="auto">
          <a:xfrm>
            <a:off x="4803775" y="2273300"/>
            <a:ext cx="2112963" cy="931863"/>
          </a:xfrm>
          <a:prstGeom prst="roundRect">
            <a:avLst>
              <a:gd name="adj" fmla="val 11741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1</a:t>
            </a:r>
          </a:p>
        </p:txBody>
      </p:sp>
      <p:sp>
        <p:nvSpPr>
          <p:cNvPr id="8194" name="AutoShape 2"/>
          <p:cNvSpPr>
            <a:spLocks noChangeArrowheads="1"/>
          </p:cNvSpPr>
          <p:nvPr/>
        </p:nvSpPr>
        <p:spPr bwMode="auto">
          <a:xfrm>
            <a:off x="3098800" y="3606800"/>
            <a:ext cx="2128838" cy="958850"/>
          </a:xfrm>
          <a:prstGeom prst="roundRect">
            <a:avLst>
              <a:gd name="adj" fmla="val 11741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lIns="90000" tIns="64404" rIns="90000" bIns="45000" anchor="ctr"/>
          <a:lstStyle/>
          <a:p>
            <a:pPr algn="ctr">
              <a:tabLst>
                <a:tab pos="723900" algn="l"/>
                <a:tab pos="14478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2</a:t>
            </a:r>
          </a:p>
        </p:txBody>
      </p:sp>
      <p:sp>
        <p:nvSpPr>
          <p:cNvPr id="8195" name="AutoShape 3"/>
          <p:cNvSpPr>
            <a:spLocks noChangeArrowheads="1"/>
          </p:cNvSpPr>
          <p:nvPr/>
        </p:nvSpPr>
        <p:spPr bwMode="auto">
          <a:xfrm>
            <a:off x="7405688" y="5141913"/>
            <a:ext cx="2079625" cy="958850"/>
          </a:xfrm>
          <a:prstGeom prst="roundRect">
            <a:avLst>
              <a:gd name="adj" fmla="val 16704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spcAft>
                <a:spcPts val="1425"/>
              </a:spcAft>
              <a:tabLst>
                <a:tab pos="723900" algn="l"/>
                <a:tab pos="14478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C</a:t>
            </a:r>
          </a:p>
        </p:txBody>
      </p:sp>
      <p:sp>
        <p:nvSpPr>
          <p:cNvPr id="8196" name="AutoShape 4"/>
          <p:cNvSpPr>
            <a:spLocks noChangeArrowheads="1"/>
          </p:cNvSpPr>
          <p:nvPr/>
        </p:nvSpPr>
        <p:spPr bwMode="auto">
          <a:xfrm>
            <a:off x="4813300" y="5141913"/>
            <a:ext cx="2079625" cy="958850"/>
          </a:xfrm>
          <a:prstGeom prst="roundRect">
            <a:avLst>
              <a:gd name="adj" fmla="val 16704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spcAft>
                <a:spcPts val="1425"/>
              </a:spcAft>
              <a:tabLst>
                <a:tab pos="723900" algn="l"/>
                <a:tab pos="14478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B</a:t>
            </a:r>
          </a:p>
        </p:txBody>
      </p:sp>
      <p:sp>
        <p:nvSpPr>
          <p:cNvPr id="8197" name="AutoShape 5"/>
          <p:cNvSpPr>
            <a:spLocks noChangeArrowheads="1"/>
          </p:cNvSpPr>
          <p:nvPr/>
        </p:nvSpPr>
        <p:spPr bwMode="auto">
          <a:xfrm>
            <a:off x="2185988" y="5141913"/>
            <a:ext cx="2079625" cy="958850"/>
          </a:xfrm>
          <a:prstGeom prst="roundRect">
            <a:avLst>
              <a:gd name="adj" fmla="val 16704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spcAft>
                <a:spcPts val="1425"/>
              </a:spcAft>
              <a:tabLst>
                <a:tab pos="723900" algn="l"/>
                <a:tab pos="14478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A</a:t>
            </a:r>
          </a:p>
        </p:txBody>
      </p:sp>
      <p:cxnSp>
        <p:nvCxnSpPr>
          <p:cNvPr id="8198" name="AutoShape 6"/>
          <p:cNvCxnSpPr>
            <a:cxnSpLocks noChangeShapeType="1"/>
            <a:stCxn id="8194" idx="3"/>
            <a:endCxn id="8193" idx="2"/>
          </p:cNvCxnSpPr>
          <p:nvPr/>
        </p:nvCxnSpPr>
        <p:spPr bwMode="auto">
          <a:xfrm flipV="1">
            <a:off x="5227638" y="3205163"/>
            <a:ext cx="633412" cy="88106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8199" name="AutoShape 7"/>
          <p:cNvCxnSpPr>
            <a:cxnSpLocks noChangeShapeType="1"/>
            <a:stCxn id="8193" idx="2"/>
            <a:endCxn id="8197" idx="0"/>
          </p:cNvCxnSpPr>
          <p:nvPr/>
        </p:nvCxnSpPr>
        <p:spPr bwMode="auto">
          <a:xfrm flipH="1">
            <a:off x="3224213" y="3205163"/>
            <a:ext cx="2635250" cy="1936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8200" name="AutoShape 8"/>
          <p:cNvCxnSpPr>
            <a:cxnSpLocks noChangeShapeType="1"/>
            <a:stCxn id="8193" idx="2"/>
            <a:endCxn id="8195" idx="0"/>
          </p:cNvCxnSpPr>
          <p:nvPr/>
        </p:nvCxnSpPr>
        <p:spPr bwMode="auto">
          <a:xfrm>
            <a:off x="5859463" y="3205163"/>
            <a:ext cx="2586037" cy="1936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</p:cxnSp>
      <p:cxnSp>
        <p:nvCxnSpPr>
          <p:cNvPr id="8201" name="AutoShape 9"/>
          <p:cNvCxnSpPr>
            <a:cxnSpLocks noChangeShapeType="1"/>
            <a:stCxn id="8193" idx="2"/>
            <a:endCxn id="8196" idx="0"/>
          </p:cNvCxnSpPr>
          <p:nvPr/>
        </p:nvCxnSpPr>
        <p:spPr bwMode="auto">
          <a:xfrm flipH="1">
            <a:off x="5853113" y="3205163"/>
            <a:ext cx="6350" cy="19367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</p:spPr>
      </p:cxn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AutoShape 1"/>
          <p:cNvSpPr>
            <a:spLocks noChangeArrowheads="1"/>
          </p:cNvSpPr>
          <p:nvPr/>
        </p:nvSpPr>
        <p:spPr bwMode="auto">
          <a:xfrm>
            <a:off x="2274888" y="2432050"/>
            <a:ext cx="7089775" cy="1019175"/>
          </a:xfrm>
          <a:prstGeom prst="roundRect">
            <a:avLst>
              <a:gd name="adj" fmla="val 11741"/>
            </a:avLst>
          </a:prstGeom>
          <a:solidFill>
            <a:srgbClr val="053155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Series</a:t>
            </a:r>
          </a:p>
        </p:txBody>
      </p:sp>
      <p:sp>
        <p:nvSpPr>
          <p:cNvPr id="9218" name="AutoShape 2"/>
          <p:cNvSpPr>
            <a:spLocks noChangeArrowheads="1"/>
          </p:cNvSpPr>
          <p:nvPr/>
        </p:nvSpPr>
        <p:spPr bwMode="auto">
          <a:xfrm>
            <a:off x="7158038" y="3576638"/>
            <a:ext cx="2205037" cy="1046162"/>
          </a:xfrm>
          <a:prstGeom prst="roundRect">
            <a:avLst>
              <a:gd name="adj" fmla="val 11741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2</a:t>
            </a:r>
          </a:p>
        </p:txBody>
      </p:sp>
      <p:sp>
        <p:nvSpPr>
          <p:cNvPr id="9219" name="AutoShape 3"/>
          <p:cNvSpPr>
            <a:spLocks noChangeArrowheads="1"/>
          </p:cNvSpPr>
          <p:nvPr/>
        </p:nvSpPr>
        <p:spPr bwMode="auto">
          <a:xfrm>
            <a:off x="2274888" y="3576638"/>
            <a:ext cx="4724400" cy="1047750"/>
          </a:xfrm>
          <a:prstGeom prst="roundRect">
            <a:avLst>
              <a:gd name="adj" fmla="val 11741"/>
            </a:avLst>
          </a:prstGeom>
          <a:solidFill>
            <a:srgbClr val="035189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1</a:t>
            </a:r>
          </a:p>
        </p:txBody>
      </p:sp>
      <p:sp>
        <p:nvSpPr>
          <p:cNvPr id="9220" name="AutoShape 4"/>
          <p:cNvSpPr>
            <a:spLocks noChangeArrowheads="1"/>
          </p:cNvSpPr>
          <p:nvPr/>
        </p:nvSpPr>
        <p:spPr bwMode="auto">
          <a:xfrm>
            <a:off x="2274888" y="4767263"/>
            <a:ext cx="2270125" cy="1046162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A</a:t>
            </a:r>
          </a:p>
        </p:txBody>
      </p:sp>
      <p:sp>
        <p:nvSpPr>
          <p:cNvPr id="9221" name="AutoShape 5"/>
          <p:cNvSpPr>
            <a:spLocks noChangeArrowheads="1"/>
          </p:cNvSpPr>
          <p:nvPr/>
        </p:nvSpPr>
        <p:spPr bwMode="auto">
          <a:xfrm>
            <a:off x="4718050" y="4767263"/>
            <a:ext cx="2279650" cy="1046162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B</a:t>
            </a: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>
            <a:off x="7158038" y="4767263"/>
            <a:ext cx="2216150" cy="1046162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 algn="ctr">
              <a:tabLst>
                <a:tab pos="723900" algn="l"/>
                <a:tab pos="1447800" algn="l"/>
                <a:tab pos="2171700" algn="l"/>
              </a:tabLst>
            </a:pPr>
            <a:r>
              <a:rPr lang="en-US" sz="2200">
                <a:solidFill>
                  <a:srgbClr val="FFFFFF"/>
                </a:solidFill>
              </a:rPr>
              <a:t>Product C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1" name="Group 1"/>
          <p:cNvGrpSpPr>
            <a:grpSpLocks/>
          </p:cNvGrpSpPr>
          <p:nvPr/>
        </p:nvGrpSpPr>
        <p:grpSpPr bwMode="auto">
          <a:xfrm>
            <a:off x="1849438" y="2633663"/>
            <a:ext cx="7918450" cy="735012"/>
            <a:chOff x="1165" y="1659"/>
            <a:chExt cx="4988" cy="463"/>
          </a:xfrm>
        </p:grpSpPr>
        <p:sp>
          <p:nvSpPr>
            <p:cNvPr id="10242" name="AutoShape 2"/>
            <p:cNvSpPr>
              <a:spLocks noChangeArrowheads="1"/>
            </p:cNvSpPr>
            <p:nvPr/>
          </p:nvSpPr>
          <p:spPr bwMode="auto">
            <a:xfrm>
              <a:off x="1165" y="1659"/>
              <a:ext cx="4989" cy="464"/>
            </a:xfrm>
            <a:prstGeom prst="rightArrow">
              <a:avLst>
                <a:gd name="adj1" fmla="val 51269"/>
                <a:gd name="adj2" fmla="val 86913"/>
              </a:avLst>
            </a:prstGeom>
            <a:solidFill>
              <a:srgbClr val="053155"/>
            </a:solidFill>
            <a:ln w="9525">
              <a:noFill/>
              <a:round/>
              <a:headEnd/>
              <a:tailEnd type="triangle" w="med" len="med"/>
            </a:ln>
            <a:effectLst/>
          </p:spPr>
          <p:txBody>
            <a:bodyPr lIns="90000" tIns="45000" rIns="90000" bIns="45000" anchor="ctr"/>
            <a:lstStyle/>
            <a:p>
              <a:pPr algn="ctr">
                <a:lnSpc>
                  <a:spcPct val="118000"/>
                </a:lnSpc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</a:pPr>
              <a:r>
                <a:rPr lang="en-US" sz="2200">
                  <a:solidFill>
                    <a:srgbClr val="000000"/>
                  </a:solidFill>
                  <a:latin typeface="Arial Black" pitchFamily="32" charset="0"/>
                </a:rPr>
                <a:t>             </a:t>
              </a:r>
              <a:r>
                <a:rPr lang="en-US" sz="2200" b="1">
                  <a:solidFill>
                    <a:srgbClr val="FFFFFF"/>
                  </a:solidFill>
                </a:rPr>
                <a:t>2009</a:t>
              </a:r>
              <a:r>
                <a:rPr lang="en-US" sz="2200" b="1">
                  <a:solidFill>
                    <a:srgbClr val="000000"/>
                  </a:solidFill>
                </a:rPr>
                <a:t>           </a:t>
              </a:r>
              <a:r>
                <a:rPr lang="en-US" sz="2200" b="1">
                  <a:solidFill>
                    <a:srgbClr val="FFFFFF"/>
                  </a:solidFill>
                </a:rPr>
                <a:t>2010</a:t>
              </a:r>
              <a:r>
                <a:rPr lang="en-US" sz="2200" b="1">
                  <a:solidFill>
                    <a:srgbClr val="000000"/>
                  </a:solidFill>
                </a:rPr>
                <a:t>          </a:t>
              </a:r>
              <a:r>
                <a:rPr lang="en-US" sz="2200" b="1">
                  <a:solidFill>
                    <a:srgbClr val="FFFFFF"/>
                  </a:solidFill>
                </a:rPr>
                <a:t>2011</a:t>
              </a:r>
              <a:r>
                <a:rPr lang="en-US" sz="2200" b="1">
                  <a:solidFill>
                    <a:srgbClr val="000000"/>
                  </a:solidFill>
                </a:rPr>
                <a:t>          </a:t>
              </a:r>
              <a:r>
                <a:rPr lang="en-US" sz="2200" b="1">
                  <a:solidFill>
                    <a:srgbClr val="FFFFFF"/>
                  </a:solidFill>
                </a:rPr>
                <a:t>2012</a:t>
              </a:r>
            </a:p>
          </p:txBody>
        </p:sp>
        <p:sp>
          <p:nvSpPr>
            <p:cNvPr id="10243" name="Rectangle 3"/>
            <p:cNvSpPr>
              <a:spLocks noChangeArrowheads="1"/>
            </p:cNvSpPr>
            <p:nvPr/>
          </p:nvSpPr>
          <p:spPr bwMode="auto">
            <a:xfrm>
              <a:off x="1465" y="1770"/>
              <a:ext cx="578" cy="244"/>
            </a:xfrm>
            <a:prstGeom prst="rect">
              <a:avLst/>
            </a:prstGeom>
            <a:solidFill>
              <a:srgbClr val="035189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64404" rIns="90000" bIns="45000" anchor="ctr"/>
            <a:lstStyle/>
            <a:p>
              <a:pPr algn="ctr">
                <a:tabLst>
                  <a:tab pos="723900" algn="l"/>
                </a:tabLst>
              </a:pPr>
              <a:r>
                <a:rPr lang="en-US" sz="2200" b="1">
                  <a:solidFill>
                    <a:srgbClr val="FFFFFF"/>
                  </a:solidFill>
                </a:rPr>
                <a:t>2008</a:t>
              </a:r>
              <a:r>
                <a:rPr lang="en-US" b="1">
                  <a:solidFill>
                    <a:srgbClr val="000000"/>
                  </a:solidFill>
                </a:rPr>
                <a:t> </a:t>
              </a:r>
            </a:p>
          </p:txBody>
        </p:sp>
      </p:grp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2116138" y="3286125"/>
            <a:ext cx="1285875" cy="2308225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FFFFFF"/>
                </a:solidFill>
              </a:rPr>
              <a:t>your own text</a:t>
            </a:r>
          </a:p>
        </p:txBody>
      </p:sp>
      <p:sp>
        <p:nvSpPr>
          <p:cNvPr id="10245" name="AutoShape 5"/>
          <p:cNvSpPr>
            <a:spLocks noChangeArrowheads="1"/>
          </p:cNvSpPr>
          <p:nvPr/>
        </p:nvSpPr>
        <p:spPr bwMode="auto">
          <a:xfrm>
            <a:off x="3519488" y="3286125"/>
            <a:ext cx="1285875" cy="2308225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FFFFFF"/>
                </a:solidFill>
              </a:rPr>
              <a:t>your own text</a:t>
            </a:r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6364288" y="3286125"/>
            <a:ext cx="1285875" cy="2308225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FFFFFF"/>
                </a:solidFill>
              </a:rPr>
              <a:t>your own text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790700" y="2327275"/>
            <a:ext cx="4730750" cy="396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2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>
                <a:solidFill>
                  <a:srgbClr val="000000"/>
                </a:solidFill>
                <a:latin typeface="Arial Unicode MS" pitchFamily="32" charset="0"/>
              </a:rPr>
              <a:t>Your own statement</a:t>
            </a:r>
          </a:p>
        </p:txBody>
      </p:sp>
      <p:sp>
        <p:nvSpPr>
          <p:cNvPr id="10248" name="AutoShape 8"/>
          <p:cNvSpPr>
            <a:spLocks noChangeArrowheads="1"/>
          </p:cNvSpPr>
          <p:nvPr/>
        </p:nvSpPr>
        <p:spPr bwMode="auto">
          <a:xfrm>
            <a:off x="4959350" y="3286125"/>
            <a:ext cx="1285875" cy="2308225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FFFFFF"/>
                </a:solidFill>
              </a:rPr>
              <a:t>your own text</a:t>
            </a:r>
          </a:p>
        </p:txBody>
      </p:sp>
      <p:sp>
        <p:nvSpPr>
          <p:cNvPr id="10249" name="AutoShape 9"/>
          <p:cNvSpPr>
            <a:spLocks noChangeArrowheads="1"/>
          </p:cNvSpPr>
          <p:nvPr/>
        </p:nvSpPr>
        <p:spPr bwMode="auto">
          <a:xfrm>
            <a:off x="7767638" y="3286125"/>
            <a:ext cx="1285875" cy="2308225"/>
          </a:xfrm>
          <a:prstGeom prst="roundRect">
            <a:avLst>
              <a:gd name="adj" fmla="val 11741"/>
            </a:avLst>
          </a:prstGeom>
          <a:solidFill>
            <a:srgbClr val="4890C2"/>
          </a:solidFill>
          <a:ln w="9525">
            <a:noFill/>
            <a:round/>
            <a:headEnd/>
            <a:tailEnd/>
          </a:ln>
          <a:effectLst/>
        </p:spPr>
        <p:txBody>
          <a:bodyPr lIns="90000" tIns="45000" rIns="90000" bIns="45000" anchor="ctr"/>
          <a:lstStyle/>
          <a:p>
            <a:pPr>
              <a:tabLst>
                <a:tab pos="723900" algn="l"/>
              </a:tabLst>
            </a:pPr>
            <a:r>
              <a:rPr lang="en-US">
                <a:solidFill>
                  <a:srgbClr val="FFFFFF"/>
                </a:solidFill>
              </a:rPr>
              <a:t>your own text</a:t>
            </a:r>
          </a:p>
        </p:txBody>
      </p:sp>
      <p:sp>
        <p:nvSpPr>
          <p:cNvPr id="10250" name="Text Box 10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AutoShape 1"/>
          <p:cNvSpPr>
            <a:spLocks noChangeArrowheads="1"/>
          </p:cNvSpPr>
          <p:nvPr/>
        </p:nvSpPr>
        <p:spPr bwMode="auto">
          <a:xfrm>
            <a:off x="6537325" y="3867150"/>
            <a:ext cx="1511300" cy="1512888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66" name="AutoShape 2"/>
          <p:cNvSpPr>
            <a:spLocks noChangeArrowheads="1"/>
          </p:cNvSpPr>
          <p:nvPr/>
        </p:nvSpPr>
        <p:spPr bwMode="auto">
          <a:xfrm>
            <a:off x="6532563" y="25733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67" name="AutoShape 3"/>
          <p:cNvSpPr>
            <a:spLocks noChangeArrowheads="1"/>
          </p:cNvSpPr>
          <p:nvPr/>
        </p:nvSpPr>
        <p:spPr bwMode="auto">
          <a:xfrm>
            <a:off x="7791450" y="3879850"/>
            <a:ext cx="1511300" cy="1512888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68" name="AutoShape 4"/>
          <p:cNvSpPr>
            <a:spLocks noChangeArrowheads="1"/>
          </p:cNvSpPr>
          <p:nvPr/>
        </p:nvSpPr>
        <p:spPr bwMode="auto">
          <a:xfrm>
            <a:off x="7791450" y="25733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269" name="Group 5"/>
          <p:cNvGrpSpPr>
            <a:grpSpLocks/>
          </p:cNvGrpSpPr>
          <p:nvPr/>
        </p:nvGrpSpPr>
        <p:grpSpPr bwMode="auto">
          <a:xfrm>
            <a:off x="6043613" y="4348163"/>
            <a:ext cx="1519237" cy="1528762"/>
            <a:chOff x="3807" y="2739"/>
            <a:chExt cx="957" cy="963"/>
          </a:xfrm>
        </p:grpSpPr>
        <p:sp>
          <p:nvSpPr>
            <p:cNvPr id="11270" name="Freeform 6"/>
            <p:cNvSpPr>
              <a:spLocks noChangeArrowheads="1"/>
            </p:cNvSpPr>
            <p:nvPr/>
          </p:nvSpPr>
          <p:spPr bwMode="auto">
            <a:xfrm>
              <a:off x="3814" y="3460"/>
              <a:ext cx="951" cy="243"/>
            </a:xfrm>
            <a:custGeom>
              <a:avLst/>
              <a:gdLst/>
              <a:ahLst/>
              <a:cxnLst>
                <a:cxn ang="0">
                  <a:pos x="1016" y="0"/>
                </a:cxn>
                <a:cxn ang="0">
                  <a:pos x="4194" y="0"/>
                </a:cxn>
                <a:cxn ang="0">
                  <a:pos x="3098" y="1069"/>
                </a:cxn>
                <a:cxn ang="0">
                  <a:pos x="0" y="1069"/>
                </a:cxn>
                <a:cxn ang="0">
                  <a:pos x="1016" y="0"/>
                </a:cxn>
              </a:cxnLst>
              <a:rect l="0" t="0" r="r" b="b"/>
              <a:pathLst>
                <a:path w="4195" h="1070">
                  <a:moveTo>
                    <a:pt x="1016" y="0"/>
                  </a:moveTo>
                  <a:lnTo>
                    <a:pt x="4194" y="0"/>
                  </a:lnTo>
                  <a:lnTo>
                    <a:pt x="3098" y="1069"/>
                  </a:lnTo>
                  <a:lnTo>
                    <a:pt x="0" y="1069"/>
                  </a:lnTo>
                  <a:lnTo>
                    <a:pt x="1016" y="0"/>
                  </a:lnTo>
                </a:path>
              </a:pathLst>
            </a:cu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1" name="AutoShape 7"/>
            <p:cNvSpPr>
              <a:spLocks noChangeArrowheads="1"/>
            </p:cNvSpPr>
            <p:nvPr/>
          </p:nvSpPr>
          <p:spPr bwMode="auto">
            <a:xfrm>
              <a:off x="3807" y="2739"/>
              <a:ext cx="952" cy="953"/>
            </a:xfrm>
            <a:prstGeom prst="cube">
              <a:avLst>
                <a:gd name="adj" fmla="val 25000"/>
              </a:avLst>
            </a:pr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1272" name="Group 8"/>
          <p:cNvGrpSpPr>
            <a:grpSpLocks/>
          </p:cNvGrpSpPr>
          <p:nvPr/>
        </p:nvGrpSpPr>
        <p:grpSpPr bwMode="auto">
          <a:xfrm>
            <a:off x="7304088" y="4346575"/>
            <a:ext cx="1519237" cy="1528763"/>
            <a:chOff x="4601" y="2738"/>
            <a:chExt cx="957" cy="963"/>
          </a:xfrm>
        </p:grpSpPr>
        <p:sp>
          <p:nvSpPr>
            <p:cNvPr id="11273" name="Freeform 9"/>
            <p:cNvSpPr>
              <a:spLocks noChangeArrowheads="1"/>
            </p:cNvSpPr>
            <p:nvPr/>
          </p:nvSpPr>
          <p:spPr bwMode="auto">
            <a:xfrm>
              <a:off x="4608" y="3460"/>
              <a:ext cx="951" cy="243"/>
            </a:xfrm>
            <a:custGeom>
              <a:avLst/>
              <a:gdLst/>
              <a:ahLst/>
              <a:cxnLst>
                <a:cxn ang="0">
                  <a:pos x="1016" y="0"/>
                </a:cxn>
                <a:cxn ang="0">
                  <a:pos x="4194" y="0"/>
                </a:cxn>
                <a:cxn ang="0">
                  <a:pos x="3098" y="1069"/>
                </a:cxn>
                <a:cxn ang="0">
                  <a:pos x="0" y="1069"/>
                </a:cxn>
                <a:cxn ang="0">
                  <a:pos x="1016" y="0"/>
                </a:cxn>
              </a:cxnLst>
              <a:rect l="0" t="0" r="r" b="b"/>
              <a:pathLst>
                <a:path w="4195" h="1070">
                  <a:moveTo>
                    <a:pt x="1016" y="0"/>
                  </a:moveTo>
                  <a:lnTo>
                    <a:pt x="4194" y="0"/>
                  </a:lnTo>
                  <a:lnTo>
                    <a:pt x="3098" y="1069"/>
                  </a:lnTo>
                  <a:lnTo>
                    <a:pt x="0" y="1069"/>
                  </a:lnTo>
                  <a:lnTo>
                    <a:pt x="1016" y="0"/>
                  </a:lnTo>
                </a:path>
              </a:pathLst>
            </a:custGeom>
            <a:solidFill>
              <a:srgbClr val="053155">
                <a:alpha val="95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74" name="AutoShape 10"/>
            <p:cNvSpPr>
              <a:spLocks noChangeArrowheads="1"/>
            </p:cNvSpPr>
            <p:nvPr/>
          </p:nvSpPr>
          <p:spPr bwMode="auto">
            <a:xfrm>
              <a:off x="4601" y="2738"/>
              <a:ext cx="952" cy="953"/>
            </a:xfrm>
            <a:prstGeom prst="cube">
              <a:avLst>
                <a:gd name="adj" fmla="val 25000"/>
              </a:avLst>
            </a:prstGeom>
            <a:solidFill>
              <a:srgbClr val="053155">
                <a:alpha val="95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275" name="AutoShape 11"/>
          <p:cNvSpPr>
            <a:spLocks noChangeArrowheads="1"/>
          </p:cNvSpPr>
          <p:nvPr/>
        </p:nvSpPr>
        <p:spPr bwMode="auto">
          <a:xfrm>
            <a:off x="2830513" y="38687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76" name="AutoShape 12"/>
          <p:cNvSpPr>
            <a:spLocks noChangeArrowheads="1"/>
          </p:cNvSpPr>
          <p:nvPr/>
        </p:nvSpPr>
        <p:spPr bwMode="auto">
          <a:xfrm>
            <a:off x="2824163" y="25733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77" name="AutoShape 13"/>
          <p:cNvSpPr>
            <a:spLocks noChangeArrowheads="1"/>
          </p:cNvSpPr>
          <p:nvPr/>
        </p:nvSpPr>
        <p:spPr bwMode="auto">
          <a:xfrm>
            <a:off x="4083050" y="3879850"/>
            <a:ext cx="1511300" cy="1512888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78" name="AutoShape 14"/>
          <p:cNvSpPr>
            <a:spLocks noChangeArrowheads="1"/>
          </p:cNvSpPr>
          <p:nvPr/>
        </p:nvSpPr>
        <p:spPr bwMode="auto">
          <a:xfrm>
            <a:off x="4083050" y="25733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79" name="AutoShape 15"/>
          <p:cNvSpPr>
            <a:spLocks noChangeArrowheads="1"/>
          </p:cNvSpPr>
          <p:nvPr/>
        </p:nvSpPr>
        <p:spPr bwMode="auto">
          <a:xfrm>
            <a:off x="6037263" y="3051175"/>
            <a:ext cx="1511300" cy="1512888"/>
          </a:xfrm>
          <a:prstGeom prst="cube">
            <a:avLst>
              <a:gd name="adj" fmla="val 25000"/>
            </a:avLst>
          </a:prstGeom>
          <a:solidFill>
            <a:srgbClr val="035189">
              <a:alpha val="9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80" name="AutoShape 16"/>
          <p:cNvSpPr>
            <a:spLocks noChangeArrowheads="1"/>
          </p:cNvSpPr>
          <p:nvPr/>
        </p:nvSpPr>
        <p:spPr bwMode="auto">
          <a:xfrm>
            <a:off x="7307263" y="3055938"/>
            <a:ext cx="1511300" cy="1512887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grpSp>
        <p:nvGrpSpPr>
          <p:cNvPr id="11281" name="Group 17"/>
          <p:cNvGrpSpPr>
            <a:grpSpLocks/>
          </p:cNvGrpSpPr>
          <p:nvPr/>
        </p:nvGrpSpPr>
        <p:grpSpPr bwMode="auto">
          <a:xfrm>
            <a:off x="2333625" y="4348163"/>
            <a:ext cx="1519238" cy="1528762"/>
            <a:chOff x="1470" y="2739"/>
            <a:chExt cx="957" cy="963"/>
          </a:xfrm>
        </p:grpSpPr>
        <p:sp>
          <p:nvSpPr>
            <p:cNvPr id="11282" name="Freeform 18"/>
            <p:cNvSpPr>
              <a:spLocks noChangeArrowheads="1"/>
            </p:cNvSpPr>
            <p:nvPr/>
          </p:nvSpPr>
          <p:spPr bwMode="auto">
            <a:xfrm>
              <a:off x="1478" y="3461"/>
              <a:ext cx="951" cy="243"/>
            </a:xfrm>
            <a:custGeom>
              <a:avLst/>
              <a:gdLst/>
              <a:ahLst/>
              <a:cxnLst>
                <a:cxn ang="0">
                  <a:pos x="1016" y="0"/>
                </a:cxn>
                <a:cxn ang="0">
                  <a:pos x="4194" y="0"/>
                </a:cxn>
                <a:cxn ang="0">
                  <a:pos x="3098" y="1069"/>
                </a:cxn>
                <a:cxn ang="0">
                  <a:pos x="0" y="1069"/>
                </a:cxn>
                <a:cxn ang="0">
                  <a:pos x="1016" y="0"/>
                </a:cxn>
              </a:cxnLst>
              <a:rect l="0" t="0" r="r" b="b"/>
              <a:pathLst>
                <a:path w="4195" h="1070">
                  <a:moveTo>
                    <a:pt x="1016" y="0"/>
                  </a:moveTo>
                  <a:lnTo>
                    <a:pt x="4194" y="0"/>
                  </a:lnTo>
                  <a:lnTo>
                    <a:pt x="3098" y="1069"/>
                  </a:lnTo>
                  <a:lnTo>
                    <a:pt x="0" y="1069"/>
                  </a:lnTo>
                  <a:lnTo>
                    <a:pt x="1016" y="0"/>
                  </a:lnTo>
                </a:path>
              </a:pathLst>
            </a:cu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3" name="AutoShape 19"/>
            <p:cNvSpPr>
              <a:spLocks noChangeArrowheads="1"/>
            </p:cNvSpPr>
            <p:nvPr/>
          </p:nvSpPr>
          <p:spPr bwMode="auto">
            <a:xfrm>
              <a:off x="1470" y="2739"/>
              <a:ext cx="952" cy="953"/>
            </a:xfrm>
            <a:prstGeom prst="cube">
              <a:avLst>
                <a:gd name="adj" fmla="val 25000"/>
              </a:avLst>
            </a:pr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1284" name="Group 20"/>
          <p:cNvGrpSpPr>
            <a:grpSpLocks/>
          </p:cNvGrpSpPr>
          <p:nvPr/>
        </p:nvGrpSpPr>
        <p:grpSpPr bwMode="auto">
          <a:xfrm>
            <a:off x="3595688" y="4348163"/>
            <a:ext cx="1519237" cy="1528762"/>
            <a:chOff x="2265" y="2739"/>
            <a:chExt cx="957" cy="963"/>
          </a:xfrm>
        </p:grpSpPr>
        <p:sp>
          <p:nvSpPr>
            <p:cNvPr id="11285" name="Freeform 21"/>
            <p:cNvSpPr>
              <a:spLocks noChangeArrowheads="1"/>
            </p:cNvSpPr>
            <p:nvPr/>
          </p:nvSpPr>
          <p:spPr bwMode="auto">
            <a:xfrm>
              <a:off x="2272" y="3460"/>
              <a:ext cx="951" cy="243"/>
            </a:xfrm>
            <a:custGeom>
              <a:avLst/>
              <a:gdLst/>
              <a:ahLst/>
              <a:cxnLst>
                <a:cxn ang="0">
                  <a:pos x="1016" y="0"/>
                </a:cxn>
                <a:cxn ang="0">
                  <a:pos x="4194" y="0"/>
                </a:cxn>
                <a:cxn ang="0">
                  <a:pos x="3098" y="1069"/>
                </a:cxn>
                <a:cxn ang="0">
                  <a:pos x="0" y="1069"/>
                </a:cxn>
                <a:cxn ang="0">
                  <a:pos x="1016" y="0"/>
                </a:cxn>
              </a:cxnLst>
              <a:rect l="0" t="0" r="r" b="b"/>
              <a:pathLst>
                <a:path w="4195" h="1070">
                  <a:moveTo>
                    <a:pt x="1016" y="0"/>
                  </a:moveTo>
                  <a:lnTo>
                    <a:pt x="4194" y="0"/>
                  </a:lnTo>
                  <a:lnTo>
                    <a:pt x="3098" y="1069"/>
                  </a:lnTo>
                  <a:lnTo>
                    <a:pt x="0" y="1069"/>
                  </a:lnTo>
                  <a:lnTo>
                    <a:pt x="1016" y="0"/>
                  </a:lnTo>
                </a:path>
              </a:pathLst>
            </a:cu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11286" name="AutoShape 22"/>
            <p:cNvSpPr>
              <a:spLocks noChangeArrowheads="1"/>
            </p:cNvSpPr>
            <p:nvPr/>
          </p:nvSpPr>
          <p:spPr bwMode="auto">
            <a:xfrm>
              <a:off x="2265" y="2739"/>
              <a:ext cx="952" cy="953"/>
            </a:xfrm>
            <a:prstGeom prst="cube">
              <a:avLst>
                <a:gd name="adj" fmla="val 25000"/>
              </a:avLst>
            </a:prstGeom>
            <a:solidFill>
              <a:srgbClr val="4890C2">
                <a:alpha val="84999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11287" name="AutoShape 23"/>
          <p:cNvSpPr>
            <a:spLocks noChangeArrowheads="1"/>
          </p:cNvSpPr>
          <p:nvPr/>
        </p:nvSpPr>
        <p:spPr bwMode="auto">
          <a:xfrm>
            <a:off x="2328863" y="3051175"/>
            <a:ext cx="1511300" cy="1512888"/>
          </a:xfrm>
          <a:prstGeom prst="cube">
            <a:avLst>
              <a:gd name="adj" fmla="val 25000"/>
            </a:avLst>
          </a:prstGeom>
          <a:solidFill>
            <a:srgbClr val="4890C2">
              <a:alpha val="84999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88" name="AutoShape 24"/>
          <p:cNvSpPr>
            <a:spLocks noChangeArrowheads="1"/>
          </p:cNvSpPr>
          <p:nvPr/>
        </p:nvSpPr>
        <p:spPr bwMode="auto">
          <a:xfrm>
            <a:off x="3600450" y="3057525"/>
            <a:ext cx="1511300" cy="1512888"/>
          </a:xfrm>
          <a:prstGeom prst="cube">
            <a:avLst>
              <a:gd name="adj" fmla="val 25000"/>
            </a:avLst>
          </a:prstGeom>
          <a:solidFill>
            <a:srgbClr val="053155">
              <a:alpha val="9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289" name="Text Box 25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89" name="Object 1"/>
          <p:cNvGraphicFramePr>
            <a:graphicFrameLocks noChangeAspect="1"/>
          </p:cNvGraphicFramePr>
          <p:nvPr/>
        </p:nvGraphicFramePr>
        <p:xfrm>
          <a:off x="1577975" y="1804988"/>
          <a:ext cx="8393113" cy="5133975"/>
        </p:xfrm>
        <a:graphic>
          <a:graphicData uri="http://schemas.openxmlformats.org/presentationml/2006/ole">
            <p:oleObj spid="_x0000_s12289" r:id="rId4" imgW="8394120" imgH="5135040" progId="">
              <p:embed/>
            </p:oleObj>
          </a:graphicData>
        </a:graphic>
      </p:graphicFrame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952625" y="252413"/>
            <a:ext cx="7415213" cy="1104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5000" rIns="90000" bIns="45000"/>
          <a:lstStyle/>
          <a:p>
            <a:pPr>
              <a:lnSpc>
                <a:spcPct val="118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3600">
                <a:solidFill>
                  <a:srgbClr val="808080"/>
                </a:solidFill>
                <a:latin typeface="Arial Black" pitchFamily="32" charset="0"/>
              </a:rPr>
              <a:t>Please insert Title</a:t>
            </a:r>
          </a:p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en-US" sz="2600">
                <a:solidFill>
                  <a:srgbClr val="2F8CC6"/>
                </a:solidFill>
              </a:rPr>
              <a:t>Please insert sub-title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 Box 1"/>
          <p:cNvSpPr txBox="1">
            <a:spLocks noChangeArrowheads="1"/>
          </p:cNvSpPr>
          <p:nvPr/>
        </p:nvSpPr>
        <p:spPr bwMode="auto">
          <a:xfrm>
            <a:off x="3240088" y="5937250"/>
            <a:ext cx="6696075" cy="1262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38808" rIns="0" bIns="0" anchor="ctr"/>
          <a:lstStyle/>
          <a:p>
            <a:pPr algn="ctr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</a:pPr>
            <a:r>
              <a:rPr lang="en-US" sz="4400" b="1">
                <a:solidFill>
                  <a:srgbClr val="FFFFFF"/>
                </a:solidFill>
              </a:rPr>
              <a:t>Thank you !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  <a:ea typeface="宋体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</Words>
  <Application>Microsoft Office PowerPoint</Application>
  <PresentationFormat>Custom</PresentationFormat>
  <Paragraphs>63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Arial</vt:lpstr>
      <vt:lpstr>宋体</vt:lpstr>
      <vt:lpstr>Arial Unicode MS</vt:lpstr>
      <vt:lpstr>Arial Black</vt:lpstr>
      <vt:lpstr>方正宋体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  <dcterms:created xsi:type="dcterms:W3CDTF">2010-05-27T22:19:55Z</dcterms:created>
  <dc:creator>ramin</dc:creator>
  <dc:description>Close-up of a &lt;a href="http://templates.redoffice.com/template/cateShow.php?class=mb&amp;categoryid=117&amp;sid=165"&gt;business&lt;/a&gt; people running on the beach. This template will fit presentations on vitality, freedom, commercial, enjoyment, Joy, etc.&lt;a href="http://templates.redoffice.com/template/cateShow.php?class=mb&amp;categoryid=117&amp;sid=165"&gt;more about Business Impress Templates&lt;/a&gt;.</dc:description>
  <keywords>Presentation, presentation background, Business, Pursue, Success, RedOffice.com, RedOffice Templates</keywords>
  <lastModifiedBy>ramin</lastModifiedBy>
  <lastPrinted>2010-05-27T22:19:55Z</lastPrinted>
  <dcterms:modified xsi:type="dcterms:W3CDTF">2010-05-27T22:23:13Z</dcterms:modified>
  <revision>3</revision>
  <dc:subject>&lt;a href="http://templates.redoffice.com/template/cateShow.php?class=mb&amp;categoryid=117&amp;sid=165"&gt;Business&lt;/a&gt;</dc:subject>
  <dc:title>Business man</dc:title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">
    <vt:lpwstr>&lt;a href="http://templates.services.openoffice.org/bsd-license"&gt;BSD&lt;/a&gt;</vt:lpwstr>
  </property>
</Properties>
</file>